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457200"/>
            <a:ext cx="3840480" cy="3840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1097280"/>
            <a:ext cx="3566160" cy="274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17320"/>
            <a:ext cx="2377440" cy="274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PingFang SC"/>
              </a:rPr>
              <a:t>智能穿戴新品发布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0A5FA"/>
                </a:solidFill>
                <a:latin typeface="PingFang SC"/>
              </a:rPr>
              <a:t>2026 · Global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A5FA"/>
                </a:solidFill>
                <a:latin typeface="PingFang SC"/>
              </a:rPr>
              <a:t>蔚蓝冲击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0A5FA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0A5FA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