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"/>
            <a:ext cx="2194560" cy="21945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429768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85800"/>
            <a:ext cx="137160" cy="5394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6766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64E3B"/>
                </a:solidFill>
                <a:latin typeface="PingFang SC"/>
              </a:rPr>
              <a:t>绿色可持续发展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730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59669"/>
                </a:solidFill>
                <a:latin typeface="PingFang SC"/>
              </a:rPr>
              <a:t>ESG · 2026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6012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PingFang SC"/>
              </a:rPr>
              <a:t>墨草锋线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897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64E3B"/>
                </a:solidFill>
                <a:latin typeface="PingFang SC"/>
              </a:rPr>
              <a:t>DataAgent Template · Editable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64E3B"/>
                </a:solidFill>
                <a:latin typeface="PingFang SC"/>
              </a:rPr>
              <a:t>一个清晰结论放在页面顶部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200400" cy="22402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5661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PingFang SC"/>
              </a:rP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64E3B"/>
                </a:solidFill>
                <a:latin typeface="PingFang SC"/>
              </a:rPr>
              <a:t>1. 关键事实支撑结论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64E3B"/>
                </a:solidFill>
                <a:latin typeface="PingFang SC"/>
              </a:rPr>
              <a:t>2. 拆分指标与趋势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64E3B"/>
                </a:solidFill>
                <a:latin typeface="PingFang SC"/>
              </a:rPr>
              <a:t>3. 给出下一步动作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64E3B"/>
                </a:solidFill>
                <a:latin typeface="PingFang SC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64E3B"/>
                </a:solidFill>
                <a:latin typeface="PingFang SC"/>
              </a:rPr>
              <a:t>关键指标示例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43400"/>
            <a:ext cx="329184" cy="914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840480"/>
            <a:ext cx="329184" cy="1417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383280"/>
            <a:ext cx="329184" cy="187451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4023360"/>
            <a:ext cx="329184" cy="12344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002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PingFang SC"/>
              </a:rPr>
              <a:t>图表 / 图片区域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64E3B"/>
                </a:solidFill>
                <a:latin typeface="PingFang SC"/>
              </a:rPr>
              <a:t>保留可编辑文本框、图表占位、卡片区块和页眉规则。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64E3B"/>
                </a:solidFill>
                <a:latin typeface="PingFang SC"/>
              </a:rPr>
              <a:t>行动计划与里程碑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192024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PingFang SC"/>
              </a:rPr>
              <a:t>现状诊断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64E3B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194560"/>
            <a:ext cx="192024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PingFang SC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64E3B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194560"/>
            <a:ext cx="192024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PingFang SC"/>
              </a:rPr>
              <a:t>试点验证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64E3B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96596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94560"/>
            <a:ext cx="192024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PingFang SC"/>
              </a:rPr>
              <a:t>规模推广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64E3B"/>
                </a:solidFill>
                <a:latin typeface="PingFang SC"/>
              </a:rPr>
              <a:t>替换为你的项目节点与交付物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