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457200"/>
            <a:ext cx="3840480" cy="3840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109728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17320"/>
            <a:ext cx="23774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85800"/>
            <a:ext cx="1371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6766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PingFang SC"/>
              </a:rPr>
              <a:t>自由创作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730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AI 智能排版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96012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SC"/>
              </a:rPr>
              <a:t>自由风格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897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PingFang SC"/>
              </a:rPr>
              <a:t>DataAgent Template · Editable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一个清晰结论放在页面顶部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8920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20040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566160" cy="48920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PingFang SC"/>
              </a:rP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PingFang SC"/>
              </a:rPr>
              <a:t>1. 关键事实支撑结论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PingFang SC"/>
              </a:rPr>
              <a:t>2. 拆分指标与趋势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PingFang SC"/>
              </a:rPr>
              <a:t>3. 给出下一步动作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PingFang SC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PingFang SC"/>
              </a:rPr>
              <a:t>关键指标示例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43400"/>
            <a:ext cx="329184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840480"/>
            <a:ext cx="329184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383280"/>
            <a:ext cx="329184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4023360"/>
            <a:ext cx="329184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002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PingFang SC"/>
              </a:rPr>
              <a:t>图表 / 图片区域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PingFang SC"/>
              </a:rPr>
              <a:t>保留可编辑文本框、图表占位、卡片区块和页眉规则。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PingFang SC"/>
              </a:rPr>
              <a:t>行动计划与里程碑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19202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现状诊断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194560"/>
            <a:ext cx="19202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194560"/>
            <a:ext cx="19202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试点验证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9659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94560"/>
            <a:ext cx="19202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规模推广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